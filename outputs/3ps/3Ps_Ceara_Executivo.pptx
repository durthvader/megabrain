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BI operacional e bases nominais do projeto 3Ps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CEARÁ · 06/07/2026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81551"/>
                </a:solidFill>
                <a:latin typeface="Aptos Display"/>
              </a:rPr>
              <a:t>Fortaleza concentra o risco; o Interior precisa proteger o Prazo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Fortaleza (C.27) está abaixo da meta nos três indicadores. O Interior (C.26) cumpre Presença e fechou o Prazo no limite, mas começou a semana com fila de ordens acima de um dia de trabalho.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00250"/>
                <a:gridCol w="215265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 OK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semana 29/06–05/07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C.26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Ceará Interior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102,5%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3,5 OS/dia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veteranos abaixo da meta de 4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85,2%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só 0,2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1,125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limite de 1 dia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C.27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Fortaleza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94,5%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0,5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3,2 OS/dia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61 dos 81 técnicos abaixo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83,2%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1,8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0,820 dia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do limite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Produção OK conta apenas ordens de serviço concluídas com sucesso. Fila de 1,125 dia significa que, se nenhuma ordem nova entrar, a equipe do Interior precisa de mais de um dia inteiro só para zerar o que já está aberto.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4097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50" b="1">
                <a:solidFill>
                  <a:srgbClr val="FFFFFF"/>
                </a:solidFill>
                <a:latin typeface="Aptos"/>
              </a:rPr>
              <a:t>Concentrar a semana em Fortaleza e proteger o Prazo no Interior. A execução começa nominal: 3 áreas e 15 técnicos definem metade da recuperação.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4097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86 de 127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ficaram abaixo da própria meta de produção em 01–03/07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4097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245,5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deixaram de ser executadas — o equivalente a 20 técnicos parados por 3 dias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4097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dessa perda está em apenas 3 das 12 áreas de gestão (GAs)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01–03/07/2026 e painel de improdutividade de 06/07 · Produtividade OK é a métrica oficial; Baremo OK é visão complementar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O desvio está no time veterano — e boa parte nasce antes de o técnico sair para a rua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127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600200"/>
            <a:ext cx="2533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300" b="1">
                <a:solidFill>
                  <a:srgbClr val="D94545"/>
                </a:solidFill>
                <a:latin typeface="Aptos"/>
              </a:rPr>
              <a:t>86 abaixo da meta (68%)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Meta individual por tempo de casa: 3 OS/dia até 59 dias, 3,5 de 60 a 89 dias e 4 acima de 90 dias.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038350"/>
            <a:ext cx="1740450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83400" y="2038350"/>
            <a:ext cx="424500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07900" y="2038350"/>
            <a:ext cx="2886600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94499" y="2038350"/>
            <a:ext cx="339600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3241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41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na meta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3241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10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novatos abaixo, &lt;90d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3241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68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veteranos abaixo, &gt;90d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3241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050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8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05100"/>
            <a:ext cx="5391150" cy="4000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05100"/>
            <a:ext cx="47625" cy="4000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762250"/>
            <a:ext cx="5181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91% do quadro (115 de 127) é veterano. O problema não é rampa de novato: está no time que já deveria entregar a meta cheia.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23850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OS não executadas por cluster (gap)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24802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245,5 OS em 3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4861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C.27 Fortaleza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50520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50520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4861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71475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C.26 Interior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73380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733800"/>
            <a:ext cx="186404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7147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83,5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0050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soma do que faltou para cada técnico bater a própria meta. Exemplo: meta de 4 OS/dia × 3 dias = 12; quem entregou 8 deixou 4 OS de gap.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34340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As outras 116 visitas do painel ao lado ainda estão sem motivo registrado — classificação completa até 08/07.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328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3500" y="1600200"/>
            <a:ext cx="2514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só 212 têm motivo registrado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Visita improdutiva: o técnico foi ao endereço e voltou sem executar o serviço. Motivos registrados nos 4 maiores grupos: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OS aberta sem necessidade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201396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pediu reagendamento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39446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 na rede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89154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70485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70485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8290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8 em 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43850" y="3695700"/>
            <a:ext cx="34099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improdutivas classificadas nascem antes do despacho: OS mal aberta, cliente não confirmado ou falha de rede já conhecida. Cobrar só o técnico não resolve.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Controle diário em 3 horários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9h: quem está em campo e com carga. 12h: quem ainda não concluiu a primeira OS. 16h30: quem vai fechar o dia sem produção. Cada caso com motivo e providência no mesmo dia.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por técnico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Prioridade para os 15 casos que definem metade da recuperação: 7 parados, 2 fora da agenda B2C e os maiores desvios. Detalhe nominal na página seguinte.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Travar abertura de OS sem validação técnica, confirmar o cliente antes do despacho e suspender despachos em áreas com falha massiva 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03/07/2026 · 127 técnicos elegíveis · valores em OS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03/07/2026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A recuperação tem nome: 3 áreas e 15 técnicos concentram metade da perda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Perda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8000" y="1581150"/>
            <a:ext cx="1600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em OS não executadas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Pedro Henrique · C.27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Romildo Albuquerque · C.26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006411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Agenor Vieira · C.27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570928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Thiago Rabelo · C.27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543496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José Orlando · C.27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517779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543300"/>
            <a:ext cx="3886200" cy="14478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543300"/>
            <a:ext cx="47625" cy="14478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76650"/>
            <a:ext cx="762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26%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81450"/>
            <a:ext cx="35814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4A5B52"/>
                </a:solidFill>
                <a:latin typeface="Aptos"/>
              </a:rPr>
              <a:t>de toda a perda do Ceará está numa única área: a de Pedro Henrique, com 21 dos 22 técnicos abaixo da meta. A mesma área lidera as visitas improdutivas (82 de 328). É por ela que a recuperação começa.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771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7 técnicos parados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Anderson Saraiva, Genilson Nogueira e Felipe Morais (C.26); Emanoel Dias, Egtonio Nunes, Felipe Damasceno e Otávio Dantas (C.27)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 dia trabalhado entre 01 e 03/07.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escala, em 24h, se é férias, atestado ou vaga a repor — e devolver a capacidade ao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2 técnicos fora da agenda B2C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John Wayne Queiroz (C.27) e Jean Carlos Freitas (C.26)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Trabalharam os 3 dias, mas quase só em OEM, B2B e apoio — atividades que não contam para a meta. Aparecem como os piores do ranking sem serem.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Decidir a alocação: devolver à agenda B2C ou formalizar a função atual e tirá-los desta medição.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6 técnicos com maior desvio em rota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José Danrley (0,7 OS/dia), Jackson Lima (1,3), Daniel Anderson (2,0) — C.26; Matheus Silva (0,5), Antonio Valgleison (2,0), Douglas Maciel (1,7) — C.27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Menor entrega entre quem ficou em rota o período todo. Junto com os 2 casos de agenda, os 8 maiores desvios somam 27% da perda.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acompanhamento diário.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4 técnicos travados pela demanda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André Jefferson, Jadson Araújo, Adriano Sousa e Luiz Nauá (C.27)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6 a 7 visitas improdutivas cada um em 3 dias — o dia foi consumido por cliente ausente e OS aberta sem necessidade.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Tratar pela frente de qualidade da demanda (confirmação de cliente e trava de abertura); não é caso de cobrança individual.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Carlos André (7,3 OS/dia), Miguel Gomes (7,0) — C.26; Francisco Wagner (6,0) — C.27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Quase o dobro da meta, nas mesmas condições de campo. A meta de 4 OS/dia é atingível.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 nos planos individuais.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parados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crítico, 27% da perda — plano individual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médio (2,5 a 5 OS) — conversa até 10/07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quase na meta (até 2 OS) — ajuste de carga e rota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na meta — reconhecer e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81551"/>
                </a:solidFill>
                <a:latin typeface="Aptos Display"/>
              </a:rPr>
              <a:t>Quatro frentes colocam a recuperação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Fortaleza abaixo nos 3 Ps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Presença 94,5% · Produção 3,2 OS/dia · Prazo 83,2%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Em Produção, 61 dos 81 técnicos estão abaixo da meta, com metade da perda em 3 áreas (Pedro Henrique, Agenor e Thiago Rabelo). Para Presença e Prazo a causa ainda está em levantamento.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em 3 horários — 9h presença e carga, 12h primeira OS concluída, 16h30 risco de dia sem produção —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07/07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13/07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José Nilton (GO), Jefferson Oliveira e GAs de Fortaleza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A iniciar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245,5 OS não executadas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86 dos 127 técnicos abaixo da meta em 01–03/07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Três perfis distintos: 7 técnicos sem nenhum dia trabalhado, 2 alocados fora da agenda B2C e 8 casos críticos que somam 27% da perda; os demais estão a menos de 5 OS da meta.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dos 7 parados; decidir a alocação dos 2 desviados;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GAs dos dois clusters, coordenados pelos GOs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328 visitas improdutivas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apenas 212 têm 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Entre as registradas, 8 em 10 nascem antes do despacho: OS aberta sem necessidade, cliente não confirmado, reagendamento não retirado da fila e falha massiva na rede.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Registrar o motivo das 116 restantes; 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10/07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Biondillo (Performance), Davi dos Reis Luz (BI) e GOs do Ceará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Fila do Interior acima do limite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1,125 dia de trabalho acumulado em 06/07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Ainda sem dados de entrada de ordens por hora — não é possível afirmar se é excesso de demanda ou perda de capacidade. Causa em validação.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Toda manhã, atacar primeiro as ordens abertas há mais de 20 horas, antes de estourarem o prazo de 24h, e medir a fila no fim do dia até voltar a 1 dia ou menos.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07/07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fila ≤ 1 dia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José Geraldo (GO), Francisco Cleiton e GAs do Interior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D5DEF3"/>
                </a:solidFill>
                <a:latin typeface="Aptos"/>
              </a:rPr>
              <a:t>Confirmar responsáveis e prazos   ·   Ratificar 85% como meta do Prazo 24h   ·   Manter Produtividade OK como métrica oficial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