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e Cumprimento de Agenda seguem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folga confortável em Produção e Prazo. O Cumprimento de Agenda caiu nos dois clusters e é hoje o principal ponto de atenção. Na visão semanal, a Produção 11 OK da regional caiu de 3,25 para 3,02 OS/dia (-7,1%) entre a semana fechada (S27) e a semana em curso (S28).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2914650"/>
                <a:gridCol w="2914650"/>
                <a:gridCol w="3105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Baixando serviço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vs. folha meta,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78,9%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15 de 19 da folha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78,2%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43 de 55 da folha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Baixando Serviço mede quantos técnicos da folha meta estão de fato executando ordens no dia. A regional R7.2 fechou 08/07 com Prazo 24h em 90,3% (acima da meta) e Cumprimento de Agenda em 75,0% — abaixo da meta de 85%, puxado pelo Maranhão.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 — Produção segue abaixo do esperado e Cumprimento de Agenda caiu nos dois clusters — sustentando o ganho recém-conquistado em Prazo 24h.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20 de 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419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9 dias (01–09/07),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69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47 de 51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838382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81332" y="2114550"/>
            <a:ext cx="1601171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82503" y="2114550"/>
            <a:ext cx="1482566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5069" y="2114550"/>
            <a:ext cx="469030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34,1%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29,7%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27,5%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8,7%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(01–09/07)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419 OS em 9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49225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2 técnicos (Israel Costa da Silva e Luis Henrique Mendes Costa, C.32) ficaram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3,02 OS/dia. Acompanhamento diário para retomar o patamar da semana anterior até o fim da S28.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69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 + 60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2 técnicos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ficaram sem nenhuma baixa no período inteiro (01–09/07): Israel Costa da Silva (C.32, GA Naan Carlos Cabral Oliveira) e Luis Henrique Mendes Costa (C.32, GA Francisco Sales Furtado Jr.) — capacidade fora de campo a confirmar com RH/escala, mesmo padrão do Ceará, mas em escala muito menor (2 casos,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2 técnicos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e Luis Henrique Mendes Costa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09/07.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(5,86) e Lucas Sousa Silva (5,29) — C.32; Werbert Pereira dos Santos (5,57), Claudiomir de Sousa (5,50) e Rafael Costa Lima (5,43)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maior desvio individual — plano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Q2 — na mediana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Q3 — acima da mediana,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Quatro frentes colocam a recuperação do Maranhão/Piauí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volta a cumprir o Prazo 24h, mas Produção e Agenda seguem abaixo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89,4% (meta 85%) · Produção 88,4% do esperado · Cumprimento de Agenda 72,3%, em 08/07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O gap de produção segue concentrado em poucas áreas de gestão e técnicos específicos, detalhados na página anterior; a queda de Cumprimento de Agenda é mais recente e ainda em apuração.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de Produção e Agenda nas áreas críticas, sustentando o ganho de Prazo 24h,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17/07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419 OS de gap estimado em 9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2 técnicos sem nenhuma baixa no período; 8 com maior desvio individual, a maioria com 4 a 7 dos 9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dos 2 técnicos parados;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12/07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273 visitas improdutivas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174 com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(39) e Falha massiva (37) lideram os motivos registrados — 74% das classificadas nascem antes do despacho.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12/07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Recuperação parcial da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3,02 OS/dia (-7,1%)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Concentrada no Maranhão, mesma regional que segue abaixo da meta de Produção e de Cumprimento de Agenda no fechamento diário.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frente à S27, priorizando as GAs com maior gap identificado (Naan Carlos Cabral Oliveira, Leonardo Cardoso Silva, Francisco Sales Furtado Jr.).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fechamento da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  ·   Ratificar 85% como meta do Prazo 24h e do Cumprimento de Agenda para a regional   ·   Priorizar a GA de Naan Carlos Cabral Oliveira na recuperação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