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exportações de BI operacional da regional R7.2 (MA/PI), 01–09/07/2026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MARANHÃO/PIAUÍ (R7.2) ·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Maranhão volta a cumprir o Prazo 24h; Produção segue abaixo do ideal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No fechamento de 08/07, o Maranhão (C.32) passou a cumprir a meta de Prazo 24h, mas segue abaixo do esperado em Produção; o Piauí (C.31) está com Presença, Produção e Prazo na meta.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247900"/>
                <a:gridCol w="2381250"/>
                <a:gridCol w="2247900"/>
                <a:gridCol w="2343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Presença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mínima 95%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% da meta esperada, 08/07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Fila acumulada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em dias de trabalho, 09/07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C.31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Piauí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114,3%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19,3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144,8%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esperado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92,0%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7,0 p.p. acima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0,74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C.32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Maranhão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100,0%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5,0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88,4%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abaixo do esperado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89,4%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4,4 p.p. acima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0,72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dentro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33400" y="4476750"/>
            <a:ext cx="5191125" cy="16002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19650"/>
            <a:ext cx="47434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Manter o foco no Maranhão: Produção segue abaixo do esperado. Execução também nominal: 1 GA concentra o maior gap; 9 técnicos exigem decisão individual (8 com maior desvio de produção e 1 sem nenhuma baixa).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53125" y="4476750"/>
            <a:ext cx="27622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4575" y="4629150"/>
            <a:ext cx="24193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18 de 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4575" y="4972050"/>
            <a:ext cx="24193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estão em Q3/Q4 de produtividade (1:1 OK) — abaixo da mediana ou sem produção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1125" y="4476750"/>
            <a:ext cx="27622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2575" y="4629150"/>
            <a:ext cx="24193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-7,1%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2575" y="4972050"/>
            <a:ext cx="24193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queda de Produção 1:1 OK entre a semana fechada e a semana em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01–09/07/2026, Quartil de Produtividade S27/S28 e exportações de motivo/submotivo de improdutividade da R7.2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A produtividade está concentrada na faixa mediana — o problema é a cauda, não o time inteiro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68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600200"/>
            <a:ext cx="2914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667085"/>
                </a:solidFill>
                <a:latin typeface="Aptos"/>
              </a:rPr>
              <a:t>Perfil quase todo veterano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Quartil de produtividade (1:1 OK), média das semanas S27 e S28. Quadro concentrado em &gt;90 dias de casa: 16 de 18 no Piauí, 46 de 50 no Maranhão.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114550"/>
            <a:ext cx="1919249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62199" y="2114550"/>
            <a:ext cx="1676647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847" y="2114550"/>
            <a:ext cx="1552651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91498" y="2114550"/>
            <a:ext cx="242601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4003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35,6%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Q1 — acima da mediana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4003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31,1%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Q2 — mediana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4003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28,8%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Q3 — abaixo da mediana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4003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4,5%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Q4 — baixa ou 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81300"/>
            <a:ext cx="5391150" cy="6286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81300"/>
            <a:ext cx="47625" cy="6286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857500"/>
            <a:ext cx="5181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A maior parte do quadro está em Q1/Q2. O risco não é generalizado: está concentrado em poucos nomes e em uma área específica.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3700" y="1581150"/>
            <a:ext cx="304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273 visitas improdutivas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8650" y="1600200"/>
            <a:ext cx="32194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174 com motivo registrado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Motivos registrados nos 4 maiores grupos (01–09/07):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Abertura indevida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29650" y="2571750"/>
            <a:ext cx="2169414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29650" y="2895600"/>
            <a:ext cx="1172718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Solicitação de reagendamento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3219450"/>
            <a:ext cx="996696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43700" y="3619500"/>
            <a:ext cx="4705350" cy="74295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743700" y="3619500"/>
            <a:ext cx="47625" cy="74295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96100" y="3714750"/>
            <a:ext cx="857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74%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9550" y="3695700"/>
            <a:ext cx="35052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das improdutivas classificadas estão nos 5 principais motivos, com “Abertura indevida” e “Falha massiva”, parte relevante nasce antes do despacho.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4438650"/>
            <a:ext cx="470535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850" b="0">
                <a:solidFill>
                  <a:srgbClr val="667085"/>
                </a:solidFill>
                <a:latin typeface="Aptos"/>
              </a:rPr>
              <a:t>Como ler: Abertura indevida são os casos de Serviço não é mais necessário (19), Cliente não solicitou serviço (12), Demanda não é técnica (5) e Serviço não autorizado (3).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Reverter a queda S27→S28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Produção 1:1 OK caiu de 3,25 para 3,02 OS/dia. Acompanhamento diário para retomar o patamar da semana anterior até o fim da S28.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nominal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Foco nos 8 maiores gaps individuais e no GA com maior concentração de perda. Detalhe na página seguinte.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Travar abertura de OS sem validação técnica e tratar falha massiva antes do despacho — os dois motivos somam 76 das 174 baixas classificadas.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09/07/2026 · 68 técnicos elegíveis · gap estimado, dias trabalhados inferidos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09/07/2026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Uma área e oito técnicos concentram a maior parte do gap do Maranhão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Gap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1581150"/>
            <a:ext cx="17907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em OS não executadas (estimado)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Naan Carlos Oliveira · C.32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Leonardo Silva · C.31/C.32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498473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Francisco Sales Jr. · C.32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1443609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Roberval Silva · C.32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1371600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Ruan Labre da Silva · C.32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884682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486150"/>
            <a:ext cx="3886200" cy="9144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486150"/>
            <a:ext cx="47625" cy="9144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004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13853A"/>
                </a:solidFill>
                <a:latin typeface="Aptos"/>
              </a:rPr>
              <a:t>1 técnico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05250"/>
            <a:ext cx="35814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ficou sem nenhuma baixa no período inteiro (01–09/07): Israel Costa da Silva (C.32, GA Naan Carlos Cabral Oliveira).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1 técnico sem baixa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Israel Costa da Silva (C.32)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Sem escada para atividade.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Escada enviada para Grajaú-MA, previsão para 13/07.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8 maiores desvios individuais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Andre Santos Pereira e Natan Padilha Pinheiro (gap 19); David Wesllem de Sousa Baldez (17); Marcio Andre Cutrim Costa e Lucas dos Santos Cutrim (14); Antonio Pedro de Oliveira, Gabriel Leite Barbosa e Felipe Sousa Quirino (13) — todos C.32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Concentram boa parte do gap do Maranhão; a maioria com poucos dias trabalhados no período (4 a 7 de 9).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verificação da escala real.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sem baixa no período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desvio crítico, 29% da perda — plano individual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produtividade baixa (&lt; 70% da meta) — conversa até 12/07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produtividade média (70 a 100% da meta) — ajuste de carga e rota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na meta (100% ou mais) — reconhecer e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01–09/07/2026 e apontamento operacional da regional R7.2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Duas frentes colocam o Maranhão em recuperação da produção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25717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572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572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Produção abaixo da meta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Desvio em 11,6pp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Um técnico sem escada em cidade Grajaú-MA.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Fornecimento de escada. CD de Teresina.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14/07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Naan Carlos (GA)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Em Andamento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5725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Gap concentrado em 8 técnicos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122 OS de desvio (29% do gap total)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8 técnicos com maior desvio individual devido a baixa demanda nas cidades de atuação e falta de materiais para preventivas.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Complementar rota dos técnicos com preventivas, clean up e presets.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16/07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Wellington Figueira (GG)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Em Andamento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4381500"/>
            <a:ext cx="11391900" cy="6477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4381500"/>
            <a:ext cx="66675" cy="6477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53390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24400"/>
            <a:ext cx="109156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D5DEF3"/>
                </a:solidFill>
                <a:latin typeface="Aptos"/>
              </a:rPr>
              <a:t>Confirmar entrega da escada em Grajaú-MA até 14/07   ·   Aprovar plano de rota complementar para os 8 técnicos até 16/07   ·   Validar responsáveis e prazos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