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01–09/07/2026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volta a cumprir o Prazo 24h; Produção e Cumprimento de Agenda seguem abaixo do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08/07, o Maranhão (C.32) passou a cumprir a meta de Prazo 24h, mas segue abaixo do esperado em Produção; o Piauí (C.31) está com folga confortável em Produção e Prazo. O Cumprimento de Agenda caiu nos dois clusters e é hoje o principal ponto de atenção — a fila de ordens, porém, está dentro do limite de 1 dia nos dois clusters. Na visão semanal, a Produção 11 OK da regional caiu de 3,25 para 3,02 OS/dia (-7,1%) entre a semana fechada (S27) e a semana em curso (S28).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24790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114,3%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19,3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144,8%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92,0%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7,0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0,79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5,0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88,4%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89,4%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4,4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0,68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Presença mede o quadro efetivamente disponível para operar frente à necessidade mínima do dia; Fila indica quantos dias de trabalho seriam necessários para zerar as ordens em aberto, sem entrada de novas OS. A regional R7.2 fechou 08/07 com Prazo 24h em 90,3% (acima da meta) e Cumprimento de Agenda em 75,0% — abaixo da meta de 85%, puxado pelo Maranhão.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Manter o foco no Maranhão — Produção segue abaixo do esperado e Cumprimento de Agenda caiu nos dois clusters — sustentando o ganho recém-conquistado em Prazo 24h. Execução também nominal: 1 GA concentra o maior gap, 8 técnicos concentram os maiores desvios.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18 de 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Q1/NP (produtividade baixa ou sem classificação) no quartil 11 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419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 gap estimado em 9 dias (01–09/07), considerando meta por tempo de casa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-7,1%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68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(11 OK), média das semanas S27 e S28. Quadro concentrado em &gt;90 dias de casa: 16 de 18 no Piauí, 46 de 50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1919249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62199" y="2114550"/>
            <a:ext cx="1676647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847" y="2114550"/>
            <a:ext cx="1552651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1498" y="2114550"/>
            <a:ext cx="242601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35,6%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31,1%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28,8%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4,5%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NP —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4381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4381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38450"/>
            <a:ext cx="5181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Diferente do Ceará (68% do time abaixo da meta), a maior parte do quadro aqui está em Q2/Q3. O risco não é generalizado: está concentrado em poucos nomes e em uma área específica.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33375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Gap estimado por cluster (01–09/07)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34327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419 OS em 9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5814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C.32 Maranhão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581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8100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C.31 Piauí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8290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829050"/>
            <a:ext cx="49225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810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máximo(meta por faixa de tempo de casa × dias trabalhados − volume OK, 0), estimado a partir do Analítico Nominal (dias trabalhados inferidos por Volume OK / Prod. OK).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4005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1 técnico (Israel Costa da Silva, C.32) ficou sem nenhuma baixa no período inteiro — confirmar com RH/escala.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273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174 com motivo registrado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(01–09/07):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169414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172718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Solicitação de reagendamento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99669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 à frente — mesmo padrão do Ceará: parte relevante nasce antes do despacho.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11 OK caiu de 3,25 para 3,02 OS/dia. Acompanhamento diário para retomar o patamar da semana anterior até o fim da S28.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na GA com maior concentração de perda. Detalhe na página seguinte.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Mesma frente do Ceará: travar abertura de OS sem validação técnica e tratar falha massiva antes do despacho — os dois motivos somam 76 das 174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09/07/2026 · 68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Cabral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Cardoso Silva · C.31/C.32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498473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 + 60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Furtado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43609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Rodrigues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137160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Gabriel da Silva · 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8468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(01–09/07): Israel Costa da Silva (C.32, GA Naan Carlos Cabral Oliveira) — capacidade fora de campo a confirmar com RH/escala, mesmo padrão do Ceará, mas em escala muito menor (1 caso, não 7).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Israel Costa da Silva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Nenhuma OS concluída entre 01 e 09/07.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 em 24h se é férias, atestado ou vaga a repor.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Andre Santos Pereira e Natan Padilha Pinheiro (gap 19); David Wesllem de Sousa Baldez (17); Marcio Andre Cutrim Costa e Lucas dos Santos Cutrim (14); Antonio Pedro de Oliveira, Gabriel Leite Barbosa e Felipe Sousa Quirino (13)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a maioria com poucos dias trabalhados no período (4 a 7 de 9).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Emisson Barbosa Paiva (5,86) e Lucas Sousa Silva (5,29) — C.32; Werbert Pereira dos Santos (5,57), Claudiomir de Sousa (5,50) e Rafael Costa Lima (5,43) — C.31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Bem acima da meta de 4 OS/dia, nas mesmas condições de campo.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padrão, priorizando a GA de Naan Carlos Cabral Oliveira.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maior desvio individual — plano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Q2 — na mediana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Q3 — acima da mediana,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Quatro frentes colocam a recuperação do Maranhão/Piauí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Maranhão volta a cumprir o Prazo 24h, mas Produção e Agenda seguem abaixo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Prazo 24h 89,4% (meta 85%) · Produção 88,4% do esperado · Cumprimento de Agenda 72,3%, em 08/07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O gap de produção segue concentrado em poucas áreas de gestão e técnicos específicos, detalhados na página anterior; a queda de Cumprimento de Agenda é mais recente e ainda em apuração.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de Produção e Agenda nas áreas críticas, sustentando o ganho de Prazo 24h,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17/07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do Maranhão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419 OS de gap estimado em 9 dias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concentrado em 1 GA e 8 técnicos críticos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1 técnico sem nenhuma baixa no período; 8 com maior desvio individual, a maioria com 4 a 7 dos 9 dias trabalhados.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 técnico parado;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12/07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 Naan Carlos Cabral Oliveira e GO Walmir Fernandes da Silva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273 visitas improdutivas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174 com 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Abertura indevida (39) e Falha massiva (37) lideram os motivos registrados — 74% das classificadas nascem antes do despacho.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10/07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12/07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Equipe de BI/Performance regional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Recuperação parcial da Produção 11 OK (S27→S28)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3,25 → 3,02 OS/dia (-7,1%)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Concentrada no Maranhão, mesma regional que segue abaixo da meta de Produção e de Cumprimento de Agenda no fechamento diário.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Acompanhar o fechamento da S28 frente à S27, priorizando as GAs com maior gap identificado (Naan Carlos Cabral Oliveira, Leonardo Cardoso Silva, Francisco Sales Furtado Jr.).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12/07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fechamento da S28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da regional R7.2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responsáveis e prazos   ·   Ratificar 85% como meta do Prazo 24h e do Cumprimento de Agenda para a regional   ·   Priorizar a GA de Naan Carlos Cabral Oliveira na recuperação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