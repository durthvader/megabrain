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exportações de BI operacional da regional R7.2 (MA/PI), 01–09/07/2026 · OS = ordem de serviço concluída com baixa 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1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OPERAÇÕES · MARANHÃO/PIAUÍ (R7.2) · 09/07/2026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81551"/>
                </a:solidFill>
                <a:latin typeface="Aptos Display"/>
              </a:rPr>
              <a:t>Maranhão volta a cumprir o Prazo 24h; Produção e Cumprimento de Agenda seguem abaixo do ideal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447800"/>
            <a:ext cx="10668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0">
                <a:solidFill>
                  <a:srgbClr val="45516A"/>
                </a:solidFill>
                <a:latin typeface="Aptos"/>
              </a:rPr>
              <a:t>No fechamento de 08/07, o Maranhão (C.32) passou a cumprir a meta de Prazo 24h, mas segue abaixo do esperado em Produção; o Piauí (C.31) está com folga confortável em Produção e Prazo. O Cumprimento de Agenda caiu nos dois clusters e é hoje o principal ponto de atenção. Na visão semanal, a Produção 11 OK da regional caiu de 3,25 para 3,02 OS/dia (-7,1%) entre a semana fechada (S27) e a semana em curso (S28).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33400" y="1924050"/>
          <a:ext cx="11125200" cy="1943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0750"/>
                <a:gridCol w="2914650"/>
                <a:gridCol w="2914650"/>
                <a:gridCol w="3105150"/>
              </a:tblGrid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Cluster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Presença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meta mínima 95%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Produção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% da meta esperada, 08/07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Prazo 24h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meta 85% das ordens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081551"/>
                          </a:solidFill>
                          <a:latin typeface="Aptos"/>
                        </a:rPr>
                        <a:t>C.31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Piauí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114,3%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19,3 p.p. acima da meta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144,8%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acima do esperado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92,0%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7,0 p.p. acima da meta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081551"/>
                          </a:solidFill>
                          <a:latin typeface="Aptos"/>
                        </a:rPr>
                        <a:t>C.32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Maranhão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100,0%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5,0 p.p. acima da meta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D94545"/>
                          </a:solidFill>
                          <a:latin typeface="Aptos"/>
                        </a:rPr>
                        <a:t>88,4%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abaixo do esperado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89,4%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4,4 p.p. acima da meta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33400" y="3962400"/>
            <a:ext cx="107632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Como ler: Presença mede o quadro efetivamente disponível para operar frente à necessidade mínima do dia. A regional R7.2 fechou 08/07 com Prazo 24h em 90,3% (acima da meta) e Cumprimento de Agenda em 75,0% — abaixo da meta de 85%, puxado pelo Maranhão.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3400" y="4476750"/>
            <a:ext cx="5191125" cy="1600200"/>
          </a:xfrm>
          <a:prstGeom prst="roundRect">
            <a:avLst>
              <a:gd name="adj" fmla="val 7000"/>
            </a:avLst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4610100"/>
            <a:ext cx="3048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9FC9EE"/>
                </a:solidFill>
                <a:latin typeface="Aptos"/>
              </a:rPr>
              <a:t>DECISÃO OPERACIONAL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819650"/>
            <a:ext cx="4743450" cy="1123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Manter o foco no Maranhão — Produção segue abaixo do esperado e Cumprimento de Agenda caiu nos dois clusters — sustentando o ganho recém-conquistado em Prazo 24h. Execução também nominal: 1 GA concentra o maior gap, 8 técnicos concentram os maiores desvios.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53125" y="4476750"/>
            <a:ext cx="180975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4629150"/>
            <a:ext cx="15430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18 de 68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4972050"/>
            <a:ext cx="15430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técnicos estão em Q1/NP (produtividade baixa ou sem classificação) no quartil 11 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77175" y="4476750"/>
            <a:ext cx="180975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20050" y="4629150"/>
            <a:ext cx="15430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419 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0050" y="4972050"/>
            <a:ext cx="15430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de gap estimado em 9 dias (01–09/07), considerando meta por tempo de casa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01225" y="4476750"/>
            <a:ext cx="180975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44100" y="4629150"/>
            <a:ext cx="15430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-7,1%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4100" y="4972050"/>
            <a:ext cx="15430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queda de Produção 11 OK entre a semana fechada e a semana em curso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Analítico Nominal 01–09/07/2026, Quartil de Produtividade S27/S28 e exportações de motivo/submotivo de improdutividade da R7.2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2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DIAGNÓSTICO DE PRODUÇÃO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A produtividade está concentrada na faixa mediana — o problema é a cauda, não o time inteiro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28750"/>
            <a:ext cx="5810250" cy="35433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950" y="1581150"/>
            <a:ext cx="31432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081551"/>
                </a:solidFill>
                <a:latin typeface="Aptos"/>
              </a:rPr>
              <a:t>68 técnicos elegíveis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8500" y="1600200"/>
            <a:ext cx="29146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667085"/>
                </a:solidFill>
                <a:latin typeface="Aptos"/>
              </a:rPr>
              <a:t>Perfil quase todo veterano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1809750"/>
            <a:ext cx="53911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Quartil de produtividade (11 OK), média das semanas S27 e S28. Quadro concentrado em &gt;90 dias de casa: 16 de 18 no Piauí, 46 de 50 no Maranhão.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950" y="2114550"/>
            <a:ext cx="1919249" cy="19050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62199" y="2114550"/>
            <a:ext cx="1676647" cy="190500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8847" y="2114550"/>
            <a:ext cx="1552651" cy="1905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91498" y="2114550"/>
            <a:ext cx="242601" cy="190500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2950" y="2400300"/>
            <a:ext cx="66675" cy="26670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2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35,6%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Q3 — acima da mediana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14550" y="2400300"/>
            <a:ext cx="66675" cy="266700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288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31,1%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Q2 — mediana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150" y="2400300"/>
            <a:ext cx="66675" cy="2667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004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28,8%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Q1 — abaixo da mediana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57750" y="2400300"/>
            <a:ext cx="66675" cy="266700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720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4,5%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NP — sem produção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2950" y="2781300"/>
            <a:ext cx="5391150" cy="438150"/>
          </a:xfrm>
          <a:prstGeom prst="rect">
            <a:avLst/>
          </a:prstGeom>
          <a:solidFill>
            <a:srgbClr val="FD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2950" y="2781300"/>
            <a:ext cx="47625" cy="4381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2838450"/>
            <a:ext cx="51816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5A4632"/>
                </a:solidFill>
                <a:latin typeface="Aptos"/>
              </a:rPr>
              <a:t>Diferente do Ceará (68% do time abaixo da meta), a maior parte do quadro aqui está em Q2/Q3. O risco não é generalizado: está concentrado em poucos nomes e em uma área específica.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3333750"/>
            <a:ext cx="3619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Gap estimado por cluster (01–09/07)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95750" y="3343275"/>
            <a:ext cx="2057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1">
                <a:solidFill>
                  <a:srgbClr val="D94545"/>
                </a:solidFill>
                <a:latin typeface="Aptos"/>
              </a:rPr>
              <a:t>419 OS em 9 dias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2950" y="3581400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C.32 Maranhão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62150" y="3600450"/>
            <a:ext cx="3619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62150" y="3600450"/>
            <a:ext cx="3619500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57850" y="35814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369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950" y="3810000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C.31 Piauí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962150" y="3829050"/>
            <a:ext cx="3619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962150" y="3829050"/>
            <a:ext cx="492252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57850" y="38100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2950" y="4095750"/>
            <a:ext cx="53911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Gap = máximo(meta por faixa de tempo de casa × dias trabalhados − volume OK, 0), estimado a partir do Analítico Nominal (dias trabalhados inferidos por Volume OK / Prod. OK).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2950" y="4400550"/>
            <a:ext cx="53911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1 técnico (Israel Costa da Silva, C.32) ficou sem nenhuma baixa no período inteiro — confirmar com RH/escala.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34150" y="1428750"/>
            <a:ext cx="5124450" cy="35433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43700" y="1581150"/>
            <a:ext cx="3048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081551"/>
                </a:solidFill>
                <a:latin typeface="Aptos"/>
              </a:rPr>
              <a:t>273 visitas improdutivas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48650" y="1600200"/>
            <a:ext cx="32194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1">
                <a:solidFill>
                  <a:srgbClr val="D94545"/>
                </a:solidFill>
                <a:latin typeface="Aptos"/>
              </a:rPr>
              <a:t>174 com motivo registrado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43700" y="1809750"/>
            <a:ext cx="47053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Motivos registrados nos 4 maiores grupos (01–09/07):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43700" y="222885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Abertura indevida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29650" y="224790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629650" y="2247900"/>
            <a:ext cx="2286000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91850" y="222885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39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43700" y="255270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Falha massiva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29650" y="257175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629650" y="2571750"/>
            <a:ext cx="2169414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991850" y="25527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43700" y="287655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Cliente ausente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29650" y="289560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629650" y="2895600"/>
            <a:ext cx="1172718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91850" y="287655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43700" y="320040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Solicitação de reagendamento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29650" y="321945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629650" y="3219450"/>
            <a:ext cx="996696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991850" y="32004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17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43700" y="3619500"/>
            <a:ext cx="4705350" cy="876300"/>
          </a:xfrm>
          <a:prstGeom prst="rect">
            <a:avLst/>
          </a:prstGeom>
          <a:solidFill>
            <a:srgbClr val="F1F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743700" y="3619500"/>
            <a:ext cx="47625" cy="8763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96100" y="3733800"/>
            <a:ext cx="8572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900" b="1">
                <a:solidFill>
                  <a:srgbClr val="13853A"/>
                </a:solidFill>
                <a:latin typeface="Aptos"/>
              </a:rPr>
              <a:t>74%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29550" y="3695700"/>
            <a:ext cx="350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4A5B52"/>
                </a:solidFill>
                <a:latin typeface="Aptos"/>
              </a:rPr>
              <a:t>das improdutivas classificadas estão nos 5 principais motivos, com “Abertura indevida” e “Falha massiva” à frente — mesmo padrão do Ceará: parte relevante nasce antes do despacho.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340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3340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675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775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Reverter a queda S27→S28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775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Produção 11 OK caiu de 3,25 para 3,02 OS/dia. Acompanhamento diário para retomar o patamar da semana anterior até o fim da S28.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2435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32435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45770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3870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Plano individual nominal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3870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Foco nos 8 maiores gaps individuais e na GA com maior concentração de perda. Detalhe na página seguinte.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11530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11530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4865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2965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Qualidade da demanda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2965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Mesma frente do Ceará: travar abertura de OS sem validação técnica e tratar falha massiva antes do despacho — os dois motivos somam 76 das 174 baixas classificadas.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Analítico Nominal por técnico, 01 a 09/07/2026 · 68 técnicos elegíveis · gap estimado, dias trabalhados inferidos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3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GESTÃO NOMINAL · 01 A 09/07/2026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Uma área e oito técnicos concentram a maior parte do gap do Maranhão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09700"/>
            <a:ext cx="4305300" cy="381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950" y="1562100"/>
            <a:ext cx="2857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081551"/>
                </a:solidFill>
                <a:latin typeface="Aptos"/>
              </a:rPr>
              <a:t>Gap por área de gestão (GA)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7500" y="1581150"/>
            <a:ext cx="17907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em OS não executadas (estimado)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19050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Naan Carlos Cabral Oliveira · C.32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57450" y="19240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57450" y="1924050"/>
            <a:ext cx="1714500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48150" y="19050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" y="22098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Leonardo Cardoso Silva · C.31/C.32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7450" y="22288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57450" y="2228850"/>
            <a:ext cx="1498473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48150" y="22098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23 + 60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950" y="25146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Francisco Sales Furtado Jr. · C.32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57450" y="25336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7450" y="2533650"/>
            <a:ext cx="1443609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48150" y="25146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950" y="28194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Roberval Silva Rodrigues · C.32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57450" y="28384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457450" y="2838450"/>
            <a:ext cx="1371600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48150" y="28194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31242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Ruan Labre Gabriel da Silva · C.32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7450" y="31432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57450" y="3143250"/>
            <a:ext cx="884682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48150" y="31242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2950" y="3486150"/>
            <a:ext cx="3886200" cy="1600200"/>
          </a:xfrm>
          <a:prstGeom prst="rect">
            <a:avLst/>
          </a:prstGeom>
          <a:solidFill>
            <a:srgbClr val="F1F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2950" y="3486150"/>
            <a:ext cx="47625" cy="1600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5350" y="3600450"/>
            <a:ext cx="114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800" b="1">
                <a:solidFill>
                  <a:srgbClr val="13853A"/>
                </a:solidFill>
                <a:latin typeface="Aptos"/>
              </a:rPr>
              <a:t>1 técnico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350" y="3905250"/>
            <a:ext cx="3581400" cy="1104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4A5B52"/>
                </a:solidFill>
                <a:latin typeface="Aptos"/>
              </a:rPr>
              <a:t>ficou sem nenhuma baixa no período inteiro (01–09/07): Israel Costa da Silva (C.32, GA Naan Carlos Cabral Oliveira) — capacidade fora de campo a confirmar com RH/escala, mesmo padrão do Ceará, mas em escala muito menor (1 caso, não 7).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5029200" y="1409700"/>
          <a:ext cx="6629400" cy="3352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9800"/>
                <a:gridCol w="2286000"/>
                <a:gridCol w="2133600"/>
              </a:tblGrid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TÉCNICOS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O QUE OS DADOS MOSTRAM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AÇÃO IMEDIATA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1 técnico sem baixa no período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Israel Costa da Silva (C.32)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Nenhuma OS concluída entre 01 e 09/07. Não é baixa produtividade: é capacidade fora de campo.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Confirmar com RH e escala em 24h se é férias, atestado ou vaga a repor.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8 maiores desvios individuais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Andre Santos Pereira e Natan Padilha Pinheiro (gap 19); David Wesllem de Sousa Baldez (17); Marcio Andre Cutrim Costa e Lucas dos Santos Cutrim (14); Antonio Pedro de Oliveira, Gabriel Leite Barbosa e Felipe Sousa Quirino (13) — todos C.32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Concentram boa parte do gap do Maranhão; a maioria com poucos dias trabalhados no período (4 a 7 de 9).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Conversa individual gestor-técnico esta semana, com plano simples de recuperação e verificação da escala real.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3853A"/>
                          </a:solidFill>
                          <a:latin typeface="Aptos"/>
                        </a:rPr>
                        <a:t>Referências a replicar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Emisson Barbosa Paiva (5,86) e Lucas Sousa Silva (5,29) — C.32; Werbert Pereira dos Santos (5,57), Claudiomir de Sousa (5,50) e Rafael Costa Lima (5,43) — C.31</a:t>
                      </a:r>
                    </a:p>
                  </a:txBody>
                  <a:tcPr anchor="ctr" marL="95250" marR="76200" marT="38100" marB="38100"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Bem acima da meta de 4 OS/dia, nas mesmas condições de campo.</a:t>
                      </a:r>
                    </a:p>
                  </a:txBody>
                  <a:tcPr anchor="ctr" marL="95250" marR="76200" marT="38100" marB="38100"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Mapear rota, carga e método desses técnicos e usar como padrão, priorizando a GA de Naan Carlos Cabral Oliveira.</a:t>
                      </a:r>
                    </a:p>
                  </a:txBody>
                  <a:tcPr anchor="ctr" marL="95250" marR="76200" marT="38100" marB="38100">
                    <a:solidFill>
                      <a:srgbClr val="F1F9F1"/>
                    </a:solidFill>
                  </a:tcPr>
                </a:tc>
              </a:tr>
            </a:tbl>
          </a:graphicData>
        </a:graphic>
      </p:graphicFrame>
      <p:sp>
        <p:nvSpPr>
          <p:cNvPr id="38" name="Rectangle 37"/>
          <p:cNvSpPr/>
          <p:nvPr/>
        </p:nvSpPr>
        <p:spPr>
          <a:xfrm>
            <a:off x="5334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33400" y="5600700"/>
            <a:ext cx="2152650" cy="28575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67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D94545"/>
                </a:solidFill>
                <a:latin typeface="Apto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001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sem baixa no período — resolver em 24h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0035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00350" y="5600700"/>
            <a:ext cx="2152650" cy="28575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3370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D94545"/>
                </a:solidFill>
                <a:latin typeface="Aptos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6710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maior desvio individual — plano já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673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67300" y="5600700"/>
            <a:ext cx="2152650" cy="28575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006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F08A24"/>
                </a:solidFill>
                <a:latin typeface="Aptos"/>
              </a:rPr>
              <a:t>38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340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Q1 — abaixo da mediana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3425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34250" y="5600700"/>
            <a:ext cx="2152650" cy="28575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6760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E4BD30"/>
                </a:solidFill>
                <a:latin typeface="Aptos"/>
              </a:rPr>
              <a:t>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0100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Q2 — na mediana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012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601200" y="5600700"/>
            <a:ext cx="2152650" cy="28575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345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"/>
              </a:rPr>
              <a:t>47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679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Q3 — acima da mediana, usar de referência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Causas não comprovadas pelos dados permanecem marcadas como “em validação”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4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FCA · FATO, CAUSA E 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Quatro frentes colocam a recuperação do Maranhão/Piauí em execução nesta semana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00050" y="1409700"/>
          <a:ext cx="11391900" cy="43053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05000"/>
                <a:gridCol w="2457450"/>
                <a:gridCol w="2552700"/>
                <a:gridCol w="1104900"/>
                <a:gridCol w="2057400"/>
                <a:gridCol w="1314450"/>
              </a:tblGrid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FATO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CAUSA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AÇÃO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PRAZO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RESPONSÁVEL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STATUS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Maranhão volta a cumprir o Prazo 24h, mas Produção e Agenda seguem abaixo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Prazo 24h 89,4% (meta 85%) · Produção 88,4% do esperado · Cumprimento de Agenda 72,3%, em 08/07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O gap de produção segue concentrado em poucas áreas de gestão e técnicos específicos, detalhados na página anterior; a queda de Cumprimento de Agenda é mais recente e ainda em apuração.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Controle diário de Produção e Agenda nas áreas críticas, sustentando o ganho de Prazo 24h, com lista nominal e providência no mesmo dia.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10/07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1ª revisão 17/07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Gestores de operação do Maranhão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14F88"/>
                          </a:solidFill>
                          <a:latin typeface="Aptos"/>
                        </a:rPr>
                        <a:t>Em andamento</a:t>
                      </a:r>
                    </a:p>
                  </a:txBody>
                  <a:tcPr anchor="ctr" marL="95250" marR="76200" marT="57150" marB="57150">
                    <a:solidFill>
                      <a:srgbClr val="DCECF9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419 OS de gap estimado em 9 dias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concentrado em 1 GA e 8 técnicos críticos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1 técnico sem nenhuma baixa no período; 8 com maior desvio individual, a maioria com 4 a 7 dos 9 dias trabalhados.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Confirmar com RH a situação do técnico parado; plano individual para os 8 críticos; ajuste de carga e rota para os demais.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10/07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planos até 12/07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GA Naan Carlos Cabral Oliveira e GO Walmir Fernandes da Silva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8A1717"/>
                          </a:solidFill>
                          <a:latin typeface="Aptos"/>
                        </a:rPr>
                        <a:t>Imediato</a:t>
                      </a:r>
                    </a:p>
                  </a:txBody>
                  <a:tcPr anchor="ctr" marL="95250" marR="76200" marT="57150" marB="57150">
                    <a:solidFill>
                      <a:srgbClr val="FDE2DF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273 visitas improdutivas no período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174 com motivo registrado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Abertura indevida (39) e Falha massiva (37) lideram os motivos registrados — 74% das classificadas nascem antes do despacho.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Travar abertura de OS sem validação técnica; confirmar o cliente antes do despacho; suspender despacho em área com falha massiva ativa.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10/07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travas até 12/07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Equipe de BI/Performance regional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765400"/>
                          </a:solidFill>
                          <a:latin typeface="Aptos"/>
                        </a:rPr>
                        <a:t>Em validação</a:t>
                      </a:r>
                    </a:p>
                  </a:txBody>
                  <a:tcPr anchor="ctr" marL="95250" marR="76200" marT="57150" marB="57150">
                    <a:solidFill>
                      <a:srgbClr val="FFF0C7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Recuperação parcial da Produção 11 OK (S27→S28)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3,25 → 3,02 OS/dia (-7,1%)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Concentrada no Maranhão, mesma regional que segue abaixo da meta de Produção e de Cumprimento de Agenda no fechamento diário.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Acompanhar o fechamento da S28 frente à S27, priorizando as GAs com maior gap identificado (Naan Carlos Cabral Oliveira, Leonardo Cardoso Silva, Francisco Sales Furtado Jr.).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12/07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fechamento da S28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Gestores de operação da regional R7.2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8A4C00"/>
                          </a:solidFill>
                          <a:latin typeface="Aptos"/>
                        </a:rPr>
                        <a:t>Atenção</a:t>
                      </a:r>
                    </a:p>
                  </a:txBody>
                  <a:tcPr anchor="ctr" marL="95250" marR="76200" marT="57150" marB="57150">
                    <a:solidFill>
                      <a:srgbClr val="FFE5CB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00050" y="5886450"/>
            <a:ext cx="11391900" cy="457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0050" y="5886450"/>
            <a:ext cx="66675" cy="457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6038850"/>
            <a:ext cx="1905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FFFFFF"/>
                </a:solidFill>
                <a:latin typeface="Aptos"/>
              </a:rPr>
              <a:t>DECISÕES SOLICITADAS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1750" y="6038850"/>
            <a:ext cx="8953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D5DEF3"/>
                </a:solidFill>
                <a:latin typeface="Aptos"/>
              </a:rPr>
              <a:t>Confirmar responsáveis e prazos   ·   Ratificar 85% como meta do Prazo 24h e do Cumprimento de Agenda para a regional   ·   Priorizar a GA de Naan Carlos Cabral Oliveira na recuperação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