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segue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Presença, Produção e Prazo na meta.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24790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09/07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114,3%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19,3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0,74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5,0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Maranhão: Produção segue abaixo do esperado. Execução também nominal: 1 GA concentra o maior gap; 9 técnicos exigem decisão individual (8 com maior desvio de produção e 1 sem nenhuma baixa).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53125" y="4476750"/>
            <a:ext cx="27622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4575" y="4629150"/>
            <a:ext cx="24193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18 de 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4575" y="4972050"/>
            <a:ext cx="24193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Q3/Q4 de produtividade (1:1 OK) — abaixo da mediana ou sem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1125" y="4476750"/>
            <a:ext cx="27622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2575" y="4629150"/>
            <a:ext cx="24193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2575" y="4972050"/>
            <a:ext cx="24193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1:1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68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(1:1 OK), média das semanas S27 e S28. Quadro concentrado em &gt;90 dias de casa: 16 de 18 no Piauí, 46 de 50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919249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62199" y="2114550"/>
            <a:ext cx="1676647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847" y="2114550"/>
            <a:ext cx="1552651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1498" y="2114550"/>
            <a:ext cx="242601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35,6%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31,1%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28,8%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Q4 — baixa ou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6286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6286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57500"/>
            <a:ext cx="518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A maior parte do quadro está em Q1/Q2. O risco não é generalizado: está concentrado em poucos nomes e em uma área específica.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43700" y="3619500"/>
            <a:ext cx="4705350" cy="74295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43700" y="3619500"/>
            <a:ext cx="47625" cy="74295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6100" y="371475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9550" y="3695700"/>
            <a:ext cx="35052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massiva”, parte relevante nasce antes do despacho.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4438650"/>
            <a:ext cx="470535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50" b="0">
                <a:solidFill>
                  <a:srgbClr val="667085"/>
                </a:solidFill>
                <a:latin typeface="Aptos"/>
              </a:rPr>
              <a:t>Como ler: Abertura indevida são os casos de Serviço não é mais necessário (19), Cliente não solicitou serviço (12), Demanda não é técnica (5) e Serviço não autorizado (3).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1:1 OK caiu de 3,25 para 3,02 OS/dia. Acompanhamento diário para retomar o patamar da semana anterior até o fim da S28.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no GA com maior concentração de perda. Detalhe na página seguinte.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68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9144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9144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(01–09/07): Israel Costa da Silva (C.32, GA Naan Carlos Cabral Oliveira).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Sem escada para atividade.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Escada enviada para Grajaú-MA, previsão para 13/07.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29%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médio (5 a 13 OS) — conversa até 12/07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quase na meta (1 a 4 OS)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 e apontamento operacional da regional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Duas frentes colocam o Maranhão em recuperação da produção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25717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Produção abaixo da meta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Desvio em 11,6pp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Um técnico sem escada em cidade Grajaú-MA.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Fornecimento de escada. CD de Teresina.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14/07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Naan Carlos (GA)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Gap concentrado em 8 técnicos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122 OS de desvio (29% do gap total)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8 técnicos com maior desvio individual devido a baixa demanda nas cidades de atuação e falta de materiais para preventivas.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Complementar rota dos técnicos com preventivas, clean up e presets.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16/07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Wellington Figueira (GG)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4381500"/>
            <a:ext cx="11391900" cy="6477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4381500"/>
            <a:ext cx="66675" cy="6477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53390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24400"/>
            <a:ext cx="109156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entrega da escada em Grajaú-MA até 14/07   ·   Aprovar plano de rota complementar para os 8 técnicos até 16/07   ·   Validar responsáveis e prazos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